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4677"/>
  </p:normalViewPr>
  <p:slideViewPr>
    <p:cSldViewPr snapToGrid="0">
      <p:cViewPr varScale="1">
        <p:scale>
          <a:sx n="71" d="100"/>
          <a:sy n="71" d="100"/>
        </p:scale>
        <p:origin x="184" y="3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FE65F-BB93-FECA-B20C-5A81998A50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4BBD8F-5298-5B5D-2A79-F34C1145E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4179D-A6FB-88B8-81B6-43519F978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65741-56B1-BD67-F66E-FF747606F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8F041-0C0C-7115-260D-A8822AA6D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86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857E0-0E18-3D4F-D286-67F9D4EA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D7EF1E-3AE5-9550-86E0-35C4C2354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DDF7E-37B0-9371-A5DB-F6EA6B105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B02C1-0DE0-F99B-27FB-DEA98E89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3A9D0-940E-03B0-32D1-412568656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19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691D-3992-41A5-BBA2-CC97E7A6E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6BA5C-EF72-1DC1-C35B-D8B09F789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37C27-75B2-AD4E-CE46-86ED147A2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E211D-9811-1047-3BB7-8F819D992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98336-D9ED-107B-4D64-AD901E45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46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DC079-B308-7447-A726-4BF839B9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A473F-71E6-5A3F-75F6-C98238A80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564BF-9817-0511-55F1-28728A4992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94927-8B8F-0A39-12F0-12893C16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97EF6C-4638-605B-FA55-7673B03FB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A26D4-1215-3B6E-B4FA-1CB87E7D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786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6BDD9-7865-6150-53E5-F943E7EA1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19414-2563-9DD2-4AB0-378CFF12C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0DA37F-5578-5C82-85D1-9323DEBDD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681B4-546F-6A9E-3BD4-CB712B2858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D3ADBF-BA77-8F87-3A14-469C1C655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2A5E12-CE6A-DF36-1A53-A2D9FF1FD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E29D5-2B86-ACF2-FC63-7E2B6B54E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CBEA59-16AA-E4F4-ECCD-B11C2578A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0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6E945-B3F6-37ED-116C-98427D092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84423C-6F50-3129-9B80-99FFA113B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FB5F2-0DBA-D41F-814D-2A7EBD68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ADF2B-B4D8-243E-084D-F400CFB94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85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B0F54E-519A-3F1C-CC36-4C8C0E45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1DAD8-C6C5-C532-8DBE-02ABE2701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690CC-C8AA-9149-B1F3-285F8B37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024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608B3-5D57-EB6D-78B2-DBB860D6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EF88D-73F0-CB8A-6451-E65FE07D2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DEB35-9E20-6439-67AD-A5874ACC3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DD127-B77D-D5C6-26E9-9AF6F0803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61A54E-9674-D8CC-35DE-D959BB486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6A98B-455E-E8B5-5370-9EAB01212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88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7748D-B524-EC4A-A5DE-BFEE16412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C9A53-3BDA-EB9A-2ADB-35EC85E406F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ACCCB-CFC9-9754-ECB6-67FABEC8A7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5F3EF-2105-AB11-ED5B-A0F4F13C1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017D09-5932-7D30-7F31-216441F00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411F6B-33C5-9D00-E107-D32CDB48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75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6235D-E0E3-4BFF-8D10-2F06E60F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AC6BC-884E-27B2-06DC-8D9A5EB6C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72E32-2551-700E-FDD2-B61617EC2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3D57C-E406-0546-BA6E-F8C7D69B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76232-14FA-B9E1-D804-B4193C4C4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9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C6A3BB-3A2F-85D7-39A2-16DD10090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ED928-5F2A-B4CD-210B-FEEB4E6FA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C1FDA-7371-D4F4-1A63-D1CD715A0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84AAF-8C7D-C9C7-1235-2CAAD3888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908DD-F92C-9D63-E289-650CA077C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06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3381E-671F-E53C-8626-EC7F82C65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47AD3-1D54-E3C3-24E6-C1E195F2F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E2A4E-6183-9571-787B-C23E3265D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E385C-8B2C-F844-81F0-C7EDEFDC7F0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711FD-FB4E-F6D2-377E-205E08D02C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F8E19-0236-B961-CBBE-BE1421A4E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752AA-BB9C-D343-8760-632F2A9CA8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923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4E7F-CAC9-8E04-F489-9D1E681BE2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Open Stance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8D33B-27A1-941E-E9F8-04006E7856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First Draft by Joey Driedger</a:t>
            </a:r>
          </a:p>
        </p:txBody>
      </p:sp>
    </p:spTree>
    <p:extLst>
      <p:ext uri="{BB962C8B-B14F-4D97-AF65-F5344CB8AC3E}">
        <p14:creationId xmlns:p14="http://schemas.microsoft.com/office/powerpoint/2010/main" val="163128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932A0-4A86-059F-73AA-94155532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74B15ED-1B64-4681-3F7A-9470008A7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StackedSequentialRowTable"/>
                  </p202:designTagLst>
                </p202:designPr>
              </p:ext>
            </p:extLst>
          </p:nvPr>
        </p:nvGraphicFramePr>
        <p:xfrm>
          <a:off x="612648" y="2293693"/>
          <a:ext cx="10945036" cy="35890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64513">
                  <a:extLst>
                    <a:ext uri="{9D8B030D-6E8A-4147-A177-3AD203B41FA5}">
                      <a16:colId xmlns:a16="http://schemas.microsoft.com/office/drawing/2014/main" val="3529690891"/>
                    </a:ext>
                  </a:extLst>
                </a:gridCol>
                <a:gridCol w="9380523">
                  <a:extLst>
                    <a:ext uri="{9D8B030D-6E8A-4147-A177-3AD203B41FA5}">
                      <a16:colId xmlns:a16="http://schemas.microsoft.com/office/drawing/2014/main" val="2211742903"/>
                    </a:ext>
                  </a:extLst>
                </a:gridCol>
              </a:tblGrid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01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Add a topic for the presentation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827368"/>
                  </a:ext>
                </a:extLst>
              </a:tr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02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Add a topic for the presentation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6154860"/>
                  </a:ext>
                </a:extLst>
              </a:tr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03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Add a topic for the presentation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8446517"/>
                  </a:ext>
                </a:extLst>
              </a:tr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04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Add a topic for the presentation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830610"/>
                  </a:ext>
                </a:extLst>
              </a:tr>
              <a:tr h="7178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05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3200"/>
                        <a:t>Add a topic for the presentation</a:t>
                      </a:r>
                    </a:p>
                  </a:txBody>
                  <a:tcPr marL="163140" marR="163140" marT="81570" marB="8157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08398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0697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9C8ED-D54C-ED29-776D-BCEE0715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6386D-4288-895C-C985-E8090EAC4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69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43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Open Stance</vt:lpstr>
      <vt:lpstr>Agenda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Driedger</dc:creator>
  <cp:lastModifiedBy>Joseph Driedger</cp:lastModifiedBy>
  <cp:revision>1</cp:revision>
  <dcterms:created xsi:type="dcterms:W3CDTF">2026-09-21T19:35:00Z</dcterms:created>
  <dcterms:modified xsi:type="dcterms:W3CDTF">2026-09-21T19:40:47Z</dcterms:modified>
</cp:coreProperties>
</file>